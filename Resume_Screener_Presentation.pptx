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Resume Screener 2.0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Semantic Matching &amp; Efficient Storage</a:t>
            </a:r>
          </a:p>
          <a:p/>
          <a:p>
            <a:r>
              <a:t>Problem Statement:</a:t>
            </a:r>
          </a:p>
          <a:p>
            <a:r>
              <a:t>- Traditional resume screening relies on rigid, static word-to-word matching.</a:t>
            </a:r>
          </a:p>
          <a:p>
            <a:r>
              <a:t>- It misses context, ignores synonyms, and often rejects qualified candidates.</a:t>
            </a:r>
          </a:p>
          <a:p>
            <a:r>
              <a:t>- Storing massive amounts of raw extracted text at scale is highly inefficient.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Objectives, Novelty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Objectives:</a:t>
            </a:r>
          </a:p>
          <a:p>
            <a:pPr lvl="1"/>
            <a:r>
              <a:t>Upgrade matching engine to a Machine Learning-based semantic model.</a:t>
            </a:r>
          </a:p>
          <a:p>
            <a:pPr lvl="1"/>
            <a:r>
              <a:t>Implement data compression techniques to reduce storage footprint.</a:t>
            </a:r>
          </a:p>
          <a:p>
            <a:pPr/>
            <a:r>
              <a:t>Novelty:</a:t>
            </a:r>
          </a:p>
          <a:p>
            <a:pPr lvl="1"/>
            <a:r>
              <a:t>Shifting from exact keyword hits to Contextual Vectorization.</a:t>
            </a:r>
          </a:p>
          <a:p>
            <a:pPr lvl="1"/>
            <a:r>
              <a:t>Pairing a semantic ML matcher with an on-the-fly Data Compression Engine.</a:t>
            </a:r>
          </a:p>
          <a:p>
            <a:pPr/>
            <a:r>
              <a:t>Motivation:</a:t>
            </a:r>
          </a:p>
          <a:p>
            <a:pPr lvl="1"/>
            <a:r>
              <a:t>Accuracy: Find the right candidates by understanding meaning.</a:t>
            </a:r>
          </a:p>
          <a:p>
            <a:pPr lvl="1"/>
            <a:r>
              <a:t>Efficiency: Reduce database costs and improve query speeds.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 Corpus:</a:t>
            </a:r>
          </a:p>
          <a:p>
            <a:pPr lvl="1"/>
            <a:r>
              <a:t>Real-world resumes (PDF/DOCX) across various domains for testing.</a:t>
            </a:r>
          </a:p>
          <a:p>
            <a:pPr/>
            <a:r>
              <a:t>Job Descriptions (JDs):</a:t>
            </a:r>
          </a:p>
          <a:p>
            <a:pPr lvl="1"/>
            <a:r>
              <a:t>Diverse JDs to act as the target matching criteria.</a:t>
            </a:r>
          </a:p>
          <a:p>
            <a:pPr/>
            <a:r>
              <a:t>ML Training Data:</a:t>
            </a:r>
          </a:p>
          <a:p>
            <a:pPr lvl="1"/>
            <a:r>
              <a:t>Pre-trained NLP models (e.g., Sentence-BERT).</a:t>
            </a:r>
          </a:p>
          <a:p>
            <a:pPr lvl="1"/>
            <a:r>
              <a:t>Fine-tuning datasets: HR datasets mapping candidate profiles to job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Advanced Extraction: NLP pipelines cleanly extract raw text.</a:t>
            </a:r>
          </a:p>
          <a:p>
            <a:r>
              <a:t>2. Preprocessing &amp; NER: Identify Skills, Education, and Experience.</a:t>
            </a:r>
          </a:p>
          <a:p>
            <a:r>
              <a:t>3. Semantic Vectorization: Text converted into dense vectors (embeddings).</a:t>
            </a:r>
          </a:p>
          <a:p>
            <a:r>
              <a:t>4. Similarity Scoring: ML model calculates distance between Resume and JD.</a:t>
            </a:r>
          </a:p>
          <a:p>
            <a:r>
              <a:t>5. Data Compression: Apply compression to raw keywords before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Workflow:</a:t>
            </a:r>
          </a:p>
          <a:p>
            <a:pPr lvl="1"/>
            <a:r>
              <a:t>1. Input: Upload Resumes &amp; Job Description.</a:t>
            </a:r>
          </a:p>
          <a:p>
            <a:pPr lvl="1"/>
            <a:r>
              <a:t>2. Processing: Pass through NLP Extraction Pipeline.</a:t>
            </a:r>
          </a:p>
          <a:p>
            <a:pPr lvl="1"/>
            <a:r>
              <a:t>3. Branch 1 (Storage): Compress keywords -&gt; Save to Compressed DB.</a:t>
            </a:r>
          </a:p>
          <a:p>
            <a:pPr lvl="1"/>
            <a:r>
              <a:t>4. Branch 2 (Matching): Generate Embeddings -&gt; Pass to ML Semantic Matcher.</a:t>
            </a:r>
          </a:p>
          <a:p>
            <a:pPr lvl="1"/>
            <a:r>
              <a:t>5. Scoring: Calculate match -&gt; Feed to Advanced Scorer.</a:t>
            </a:r>
          </a:p>
          <a:p>
            <a:pPr lvl="1"/>
            <a:r>
              <a:t>6. Output: Results sent to AI Interviewer &amp; Analytics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Backend: Python</a:t>
            </a:r>
          </a:p>
          <a:p>
            <a:r>
              <a:t>NLP &amp; Extraction: SpaCy, HuggingFace Transformers, NLTK</a:t>
            </a:r>
          </a:p>
          <a:p>
            <a:r>
              <a:t>Machine Learning: Sentence-BERT, PyTorch/TensorFlow</a:t>
            </a:r>
          </a:p>
          <a:p>
            <a:r>
              <a:t>Data Compression: gzip, Brotli, standard dictionary encoding</a:t>
            </a:r>
          </a:p>
          <a:p>
            <a:r>
              <a:t>Storage: Vector Database (Pinecone/Milvus), Compressed SQL/NoSQL</a:t>
            </a:r>
          </a:p>
          <a:p>
            <a:r>
              <a:t>Integration: Existing advanced_scorer.py and ai_interviewer.py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